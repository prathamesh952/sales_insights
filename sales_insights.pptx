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34868CCD-92B4-45A4-B116-FC739C4B15B6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sales_insights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BD668FE4-62E5-40B4-9B1F-FE91C7B42796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15-08-2026 17:32:12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0A0F21A6-4469-4B66-B3F2-9D1868118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2026-08-15T12:02:12Z</dcterms:created>
  <dcterms:modified xsi:type="dcterms:W3CDTF">2026-08-15T12:02:12Z</dcterms:modified>
</cp:coreProperties>
</file>